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65" r:id="rId3"/>
  </p:sldIdLst>
  <p:sldSz cx="24384000" cy="13716000"/>
  <p:notesSz cx="6858000" cy="9144000"/>
  <p:custDataLst>
    <p:tags r:id="rId9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2286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2743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3200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3657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E4E4"/>
    <a:srgbClr val="B8B8B8"/>
    <a:srgbClr val="D7D2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58"/>
  </p:normalViewPr>
  <p:slideViewPr>
    <p:cSldViewPr snapToGrid="0" snapToObjects="1">
      <p:cViewPr varScale="1">
        <p:scale>
          <a:sx n="55" d="100"/>
          <a:sy n="55" d="100"/>
        </p:scale>
        <p:origin x="82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链接：https://pan.baidu.com/s/1dBUOykZfGkjoJj8YrmZuTw?pwd=7788 </a:t>
            </a:r>
            <a:endParaRPr lang="zh-CN" altLang="en-US"/>
          </a:p>
          <a:p>
            <a:r>
              <a:rPr lang="zh-CN" altLang="en-US"/>
              <a:t>提取码：7788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r>
              <a:t>标题文本</a:t>
            </a:r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水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从草地沙丘上欣赏海滩和大海的视图"/>
          <p:cNvSpPr>
            <a:spLocks noGrp="1"/>
          </p:cNvSpPr>
          <p:nvPr>
            <p:ph type="pic" idx="21"/>
          </p:nvPr>
        </p:nvSpPr>
        <p:spPr>
          <a:xfrm>
            <a:off x="3125968" y="-393700"/>
            <a:ext cx="18135601" cy="12090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21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r>
              <a:t>标题文本</a:t>
            </a:r>
          </a:p>
        </p:txBody>
      </p:sp>
      <p:sp>
        <p:nvSpPr>
          <p:cNvPr id="22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居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垂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在海滩上低飞的苍鹭，前景是低矮的栅栏"/>
          <p:cNvSpPr>
            <a:spLocks noGrp="1"/>
          </p:cNvSpPr>
          <p:nvPr>
            <p:ph type="pic" sz="half" idx="21"/>
          </p:nvPr>
        </p:nvSpPr>
        <p:spPr>
          <a:xfrm>
            <a:off x="12827000" y="952500"/>
            <a:ext cx="114681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39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标题文本</a:t>
            </a:r>
          </a:p>
        </p:txBody>
      </p:sp>
      <p:sp>
        <p:nvSpPr>
          <p:cNvPr id="40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顶部对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7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通往大海的两座山丘之间的沙路"/>
          <p:cNvSpPr>
            <a:spLocks noGrp="1"/>
          </p:cNvSpPr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66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67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通往大海的两座山丘之间的沙路"/>
          <p:cNvSpPr>
            <a:spLocks noGrp="1"/>
          </p:cNvSpPr>
          <p:nvPr>
            <p:ph type="pic" sz="quarter" idx="21"/>
          </p:nvPr>
        </p:nvSpPr>
        <p:spPr>
          <a:xfrm>
            <a:off x="15300325" y="7048500"/>
            <a:ext cx="832485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84" name="在海滩上低飞的苍鹭，前景是低矮的栅栏"/>
          <p:cNvSpPr>
            <a:spLocks noGrp="1"/>
          </p:cNvSpPr>
          <p:nvPr>
            <p:ph type="pic" sz="quarter" idx="22"/>
          </p:nvPr>
        </p:nvSpPr>
        <p:spPr>
          <a:xfrm>
            <a:off x="15760700" y="863600"/>
            <a:ext cx="7404100" cy="740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85" name="从草地沙丘上欣赏海滩和大海的视图"/>
          <p:cNvSpPr>
            <a:spLocks noGrp="1"/>
          </p:cNvSpPr>
          <p:nvPr>
            <p:ph type="pic" idx="23"/>
          </p:nvPr>
        </p:nvSpPr>
        <p:spPr>
          <a:xfrm>
            <a:off x="-9906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8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苏子柔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387600" y="8953500"/>
            <a:ext cx="19621500" cy="6731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–苏子柔</a:t>
            </a:r>
          </a:p>
        </p:txBody>
      </p:sp>
      <p:sp>
        <p:nvSpPr>
          <p:cNvPr id="94" name="“在此键入引文。”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2387600" y="6013450"/>
            <a:ext cx="19621500" cy="9525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“在此键入引文。”</a:t>
            </a:r>
          </a:p>
        </p:txBody>
      </p:sp>
      <p:sp>
        <p:nvSpPr>
          <p:cNvPr id="9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从草地沙丘上欣赏海滩和大海的视图"/>
          <p:cNvSpPr>
            <a:spLocks noGrp="1"/>
          </p:cNvSpPr>
          <p:nvPr>
            <p:ph type="pic" idx="21"/>
          </p:nvPr>
        </p:nvSpPr>
        <p:spPr>
          <a:xfrm>
            <a:off x="-50800" y="-1270000"/>
            <a:ext cx="24485600" cy="163237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10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http://photo-static-api.fotomore.com/creative/vcg/400/version23/VCG21409076996.jpg?uid=386&amp;timestamp=1709773352&amp;sign=8758e6446dfee58b33e19d4babf36fd5" descr="楼梯02"/>
          <p:cNvPicPr>
            <a:picLocks noChangeAspect="1"/>
          </p:cNvPicPr>
          <p:nvPr/>
        </p:nvPicPr>
        <p:blipFill>
          <a:blip r:embed="rId1"/>
          <a:srcRect l="18531" r="18531"/>
          <a:stretch>
            <a:fillRect/>
          </a:stretch>
        </p:blipFill>
        <p:spPr>
          <a:xfrm>
            <a:off x="-2935" y="5258"/>
            <a:ext cx="5764102" cy="137054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70" name="Process"/>
          <p:cNvSpPr txBox="1"/>
          <p:nvPr/>
        </p:nvSpPr>
        <p:spPr>
          <a:xfrm>
            <a:off x="6746790" y="1544637"/>
            <a:ext cx="5344161" cy="16256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>
              <a:defRPr sz="10000" b="0" spc="500">
                <a:latin typeface="butter sans Regular"/>
                <a:ea typeface="butter sans Regular"/>
                <a:cs typeface="butter sans Regular"/>
                <a:sym typeface="butter sans Regular"/>
              </a:defRPr>
            </a:lvl1pPr>
          </a:lstStyle>
          <a:p>
            <a:r>
              <a:t>Process</a:t>
            </a:r>
          </a:p>
        </p:txBody>
      </p:sp>
      <p:sp>
        <p:nvSpPr>
          <p:cNvPr id="271" name="/研究探索过程/"/>
          <p:cNvSpPr txBox="1"/>
          <p:nvPr/>
        </p:nvSpPr>
        <p:spPr>
          <a:xfrm>
            <a:off x="6747782" y="3219450"/>
            <a:ext cx="6311802" cy="55245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l">
              <a:defRPr sz="3500" b="0" spc="350">
                <a:latin typeface="思源黑体 CN ExtraLight" panose="020B0200000000000000" charset="-122"/>
                <a:ea typeface="思源黑体 CN ExtraLight" panose="020B0200000000000000" charset="-122"/>
                <a:cs typeface="思源黑体 CN ExtraLight" panose="020B0200000000000000" charset="-122"/>
                <a:sym typeface="思源黑体 CN ExtraLight" panose="020B0200000000000000" charset="-122"/>
              </a:defRPr>
            </a:lvl1pPr>
          </a:lstStyle>
          <a:p>
            <a:r>
              <a:t>/研究探索过程/</a:t>
            </a:r>
          </a:p>
        </p:txBody>
      </p:sp>
      <p:sp>
        <p:nvSpPr>
          <p:cNvPr id="272" name="The theme of this slide is about Personal Portfolio. Please put your content here to give the audience a break view of this presentation. This file is a mock-up file, so that you can change or edit the content by your thoughts. And it is created and desi"/>
          <p:cNvSpPr txBox="1"/>
          <p:nvPr/>
        </p:nvSpPr>
        <p:spPr>
          <a:xfrm>
            <a:off x="6730965" y="4295140"/>
            <a:ext cx="6311801" cy="17633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l">
              <a:defRPr sz="1800" b="0">
                <a:latin typeface="思源黑体 CN ExtraLight" panose="020B0200000000000000" charset="-122"/>
                <a:ea typeface="思源黑体 CN ExtraLight" panose="020B0200000000000000" charset="-122"/>
                <a:cs typeface="思源黑体 CN ExtraLight" panose="020B0200000000000000" charset="-122"/>
                <a:sym typeface="思源黑体 CN ExtraLight" panose="020B0200000000000000" charset="-122"/>
              </a:defRPr>
            </a:lvl1pPr>
          </a:lstStyle>
          <a:p>
            <a:r>
              <a:t>The theme of this slide is about Personal Portfolio. Please put your content here to give the audience a break view of this presentation. This file is a mock-up file, so that you can change or edit the content by your thoughts. And it is created and designed by Tang. Please do not use it for commercials without permissions from Tang.</a:t>
            </a:r>
          </a:p>
        </p:txBody>
      </p:sp>
      <p:sp>
        <p:nvSpPr>
          <p:cNvPr id="273" name="This file is a mock-up file, so that you can change or edit the content by your thoughts. And it is created and designed by Plura. Please do not use it for commercials without permissions from Plura."/>
          <p:cNvSpPr txBox="1"/>
          <p:nvPr/>
        </p:nvSpPr>
        <p:spPr>
          <a:xfrm>
            <a:off x="6735082" y="6656705"/>
            <a:ext cx="6303567" cy="120904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l">
              <a:defRPr sz="1800" b="0">
                <a:latin typeface="思源黑体 CN ExtraLight" panose="020B0200000000000000" charset="-122"/>
                <a:ea typeface="思源黑体 CN ExtraLight" panose="020B0200000000000000" charset="-122"/>
                <a:cs typeface="思源黑体 CN ExtraLight" panose="020B0200000000000000" charset="-122"/>
                <a:sym typeface="思源黑体 CN ExtraLight" panose="020B0200000000000000" charset="-122"/>
              </a:defRPr>
            </a:lvl1pPr>
          </a:lstStyle>
          <a:p>
            <a:r>
              <a:t>This file is a mock-up file, so that you can change or edit the content by your thoughts. And it is created and designed by Tang. Please do not use it for commercials without permissions from Tang.</a:t>
            </a:r>
          </a:p>
        </p:txBody>
      </p:sp>
      <p:sp>
        <p:nvSpPr>
          <p:cNvPr id="274" name="The theme of this slide is about Personal Portfolio. Please put your content here to give the audience a break view of this presentation. This file is a mock-up file, so that you can change or edit the content by your thoughts. And it is created and desi"/>
          <p:cNvSpPr txBox="1"/>
          <p:nvPr/>
        </p:nvSpPr>
        <p:spPr>
          <a:xfrm>
            <a:off x="6730965" y="8463915"/>
            <a:ext cx="6311801" cy="17633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l">
              <a:defRPr sz="1800" b="0">
                <a:latin typeface="思源黑体 CN ExtraLight" panose="020B0200000000000000" charset="-122"/>
                <a:ea typeface="思源黑体 CN ExtraLight" panose="020B0200000000000000" charset="-122"/>
                <a:cs typeface="思源黑体 CN ExtraLight" panose="020B0200000000000000" charset="-122"/>
                <a:sym typeface="思源黑体 CN ExtraLight" panose="020B0200000000000000" charset="-122"/>
              </a:defRPr>
            </a:lvl1pPr>
          </a:lstStyle>
          <a:p>
            <a:r>
              <a:t>The theme of this slide is about Personal Portfolio. Please put your content here to give the audience a break view of this presentation. This file is a mock-up file, so that you can change or edit the content by your thoughts. And it is created and designed by Tang. Please do not use it for commercials without permissions from Tang.</a:t>
            </a:r>
          </a:p>
        </p:txBody>
      </p:sp>
      <p:sp>
        <p:nvSpPr>
          <p:cNvPr id="275" name="线条"/>
          <p:cNvSpPr/>
          <p:nvPr/>
        </p:nvSpPr>
        <p:spPr>
          <a:xfrm flipV="1">
            <a:off x="13766800" y="-446398"/>
            <a:ext cx="0" cy="14608797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/>
        </p:txBody>
      </p:sp>
      <p:grpSp>
        <p:nvGrpSpPr>
          <p:cNvPr id="278" name="成组"/>
          <p:cNvGrpSpPr/>
          <p:nvPr/>
        </p:nvGrpSpPr>
        <p:grpSpPr>
          <a:xfrm>
            <a:off x="13605767" y="4731642"/>
            <a:ext cx="10815861" cy="322066"/>
            <a:chOff x="0" y="0"/>
            <a:chExt cx="10815859" cy="322064"/>
          </a:xfrm>
        </p:grpSpPr>
        <p:sp>
          <p:nvSpPr>
            <p:cNvPr id="276" name="圆形"/>
            <p:cNvSpPr/>
            <p:nvPr/>
          </p:nvSpPr>
          <p:spPr>
            <a:xfrm>
              <a:off x="0" y="0"/>
              <a:ext cx="322065" cy="322065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</a:p>
          </p:txBody>
        </p:sp>
        <p:sp>
          <p:nvSpPr>
            <p:cNvPr id="277" name="线条"/>
            <p:cNvSpPr/>
            <p:nvPr/>
          </p:nvSpPr>
          <p:spPr>
            <a:xfrm flipH="1">
              <a:off x="47149" y="161032"/>
              <a:ext cx="10768711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/>
          </p:txBody>
        </p:sp>
      </p:grpSp>
      <p:grpSp>
        <p:nvGrpSpPr>
          <p:cNvPr id="281" name="成组"/>
          <p:cNvGrpSpPr/>
          <p:nvPr/>
        </p:nvGrpSpPr>
        <p:grpSpPr>
          <a:xfrm>
            <a:off x="13605767" y="8801992"/>
            <a:ext cx="10815861" cy="322066"/>
            <a:chOff x="0" y="0"/>
            <a:chExt cx="10815859" cy="322064"/>
          </a:xfrm>
        </p:grpSpPr>
        <p:sp>
          <p:nvSpPr>
            <p:cNvPr id="279" name="圆形"/>
            <p:cNvSpPr/>
            <p:nvPr/>
          </p:nvSpPr>
          <p:spPr>
            <a:xfrm>
              <a:off x="0" y="0"/>
              <a:ext cx="322065" cy="322065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</a:p>
          </p:txBody>
        </p:sp>
        <p:sp>
          <p:nvSpPr>
            <p:cNvPr id="280" name="线条"/>
            <p:cNvSpPr/>
            <p:nvPr/>
          </p:nvSpPr>
          <p:spPr>
            <a:xfrm flipH="1">
              <a:off x="47149" y="161032"/>
              <a:ext cx="10768711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/>
          </p:txBody>
        </p:sp>
      </p:grpSp>
      <p:pic>
        <p:nvPicPr>
          <p:cNvPr id="282" name="http://photo-static-api.fotomore.com/creative/vcg/400/new/VCG211368043568.jpg?uid=386&amp;timestamp=1709773352&amp;sign=8758e6446dfee58b33e19d4babf36fd5" descr="F:/03 唐峰/黑白图片/图片1_01.jpg图片1_01"/>
          <p:cNvPicPr>
            <a:picLocks noChangeAspect="1"/>
          </p:cNvPicPr>
          <p:nvPr/>
        </p:nvPicPr>
        <p:blipFill>
          <a:blip r:embed="rId2"/>
          <a:srcRect t="36030" b="36030"/>
          <a:stretch>
            <a:fillRect/>
          </a:stretch>
        </p:blipFill>
        <p:spPr>
          <a:xfrm>
            <a:off x="14029382" y="1404937"/>
            <a:ext cx="3175001" cy="31750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83" name="http://photo-static-api.fotomore.com/creative/vcg/400/version23/VCG21407130134.jpg?uid=386&amp;timestamp=1709773398&amp;sign=249690505f55836f54067e1aef3e657f" descr="F:/03 唐峰/黑白图片/图片1_02.jpg图片1_02"/>
          <p:cNvPicPr>
            <a:picLocks noChangeAspect="1"/>
          </p:cNvPicPr>
          <p:nvPr/>
        </p:nvPicPr>
        <p:blipFill>
          <a:blip r:embed="rId3"/>
          <a:srcRect t="19840" b="19840"/>
          <a:stretch>
            <a:fillRect/>
          </a:stretch>
        </p:blipFill>
        <p:spPr>
          <a:xfrm>
            <a:off x="14029382" y="5340350"/>
            <a:ext cx="3175001" cy="3175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84" name="http://photo-static-api.fotomore.com/creative/vcg/400/new/VCG41N819569228.jpg?uid=386&amp;timestamp=1709773435&amp;sign=2f72317af261a3b417d61be2ba242a70" descr="F:/03 唐峰/黑白图片/图片1_05.jpg图片1_05"/>
          <p:cNvPicPr>
            <a:picLocks noChangeAspect="1"/>
          </p:cNvPicPr>
          <p:nvPr/>
        </p:nvPicPr>
        <p:blipFill>
          <a:blip r:embed="rId4"/>
          <a:srcRect t="35930" b="35930"/>
          <a:stretch>
            <a:fillRect/>
          </a:stretch>
        </p:blipFill>
        <p:spPr>
          <a:xfrm>
            <a:off x="14029382" y="9275762"/>
            <a:ext cx="3175001" cy="31750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85" name="This file is a mock-up file, so that you can change or edit the content by your thoughts. And it is created and designed by Plura. Please do not use it for commercials without permissions from Plura."/>
          <p:cNvSpPr txBox="1"/>
          <p:nvPr/>
        </p:nvSpPr>
        <p:spPr>
          <a:xfrm>
            <a:off x="6751900" y="10825480"/>
            <a:ext cx="6303566" cy="120904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l">
              <a:defRPr sz="1800" b="0">
                <a:latin typeface="思源黑体 CN ExtraLight" panose="020B0200000000000000" charset="-122"/>
                <a:ea typeface="思源黑体 CN ExtraLight" panose="020B0200000000000000" charset="-122"/>
                <a:cs typeface="思源黑体 CN ExtraLight" panose="020B0200000000000000" charset="-122"/>
                <a:sym typeface="思源黑体 CN ExtraLight" panose="020B0200000000000000" charset="-122"/>
              </a:defRPr>
            </a:lvl1pPr>
          </a:lstStyle>
          <a:p>
            <a:r>
              <a:t>This file is a mock-up file, so that you can change or edit the content by your thoughts. And it is created and designed by Tang. Please do not use it for commercials without permissions from Tang.</a:t>
            </a:r>
          </a:p>
        </p:txBody>
      </p:sp>
      <p:sp>
        <p:nvSpPr>
          <p:cNvPr id="286" name="This file is a mock-up file, so that you can change or edit the content by your thoughts. And it is created and designed by Plura."/>
          <p:cNvSpPr txBox="1"/>
          <p:nvPr/>
        </p:nvSpPr>
        <p:spPr>
          <a:xfrm>
            <a:off x="17435214" y="3470910"/>
            <a:ext cx="4866284" cy="93218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l">
              <a:defRPr sz="1800" b="0">
                <a:latin typeface="思源黑体 CN ExtraLight" panose="020B0200000000000000" charset="-122"/>
                <a:ea typeface="思源黑体 CN ExtraLight" panose="020B0200000000000000" charset="-122"/>
                <a:cs typeface="思源黑体 CN ExtraLight" panose="020B0200000000000000" charset="-122"/>
                <a:sym typeface="思源黑体 CN ExtraLight" panose="020B0200000000000000" charset="-122"/>
              </a:defRPr>
            </a:lvl1pPr>
          </a:lstStyle>
          <a:p>
            <a:r>
              <a:t>This file is a mock-up file, so that you can change or edit the content by your thoughts. And it is created and designed by Tang.</a:t>
            </a:r>
          </a:p>
        </p:txBody>
      </p:sp>
      <p:sp>
        <p:nvSpPr>
          <p:cNvPr id="287" name="This file is a mock-up file, so that you can change or edit the content by your thoughts. And it is created and designed by Plura. Please do not use it for commercials without permissions from Plura."/>
          <p:cNvSpPr txBox="1"/>
          <p:nvPr/>
        </p:nvSpPr>
        <p:spPr>
          <a:xfrm>
            <a:off x="17435214" y="6781483"/>
            <a:ext cx="4866284" cy="148653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l">
              <a:defRPr sz="1800" b="0">
                <a:latin typeface="思源黑体 CN ExtraLight" panose="020B0200000000000000" charset="-122"/>
                <a:ea typeface="思源黑体 CN ExtraLight" panose="020B0200000000000000" charset="-122"/>
                <a:cs typeface="思源黑体 CN ExtraLight" panose="020B0200000000000000" charset="-122"/>
                <a:sym typeface="思源黑体 CN ExtraLight" panose="020B0200000000000000" charset="-122"/>
              </a:defRPr>
            </a:lvl1pPr>
          </a:lstStyle>
          <a:p>
            <a:r>
              <a:t>This file is a mock-up file, so that you can change or edit the content by your thoughts. And it is created and designed by Tang. Please do not use it for commercials without permissions from Tang.</a:t>
            </a:r>
          </a:p>
        </p:txBody>
      </p:sp>
      <p:sp>
        <p:nvSpPr>
          <p:cNvPr id="288" name="This file is a mock-up file, so that you can change or edit the content by your thoughts. And it is created and designed by Plura."/>
          <p:cNvSpPr txBox="1"/>
          <p:nvPr/>
        </p:nvSpPr>
        <p:spPr>
          <a:xfrm>
            <a:off x="17447914" y="10481311"/>
            <a:ext cx="4866284" cy="93218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l">
              <a:defRPr sz="1800" b="0">
                <a:latin typeface="思源黑体 CN ExtraLight" panose="020B0200000000000000" charset="-122"/>
                <a:ea typeface="思源黑体 CN ExtraLight" panose="020B0200000000000000" charset="-122"/>
                <a:cs typeface="思源黑体 CN ExtraLight" panose="020B0200000000000000" charset="-122"/>
                <a:sym typeface="思源黑体 CN ExtraLight" panose="020B0200000000000000" charset="-122"/>
              </a:defRPr>
            </a:lvl1pPr>
          </a:lstStyle>
          <a:p>
            <a:r>
              <a:t>This file is a mock-up file, so that you can change or edit the content by your thoughts. And it is created and designed by Tang.</a:t>
            </a:r>
          </a:p>
        </p:txBody>
      </p:sp>
      <p:sp>
        <p:nvSpPr>
          <p:cNvPr id="289" name="Created and Designed by Plura."/>
          <p:cNvSpPr txBox="1"/>
          <p:nvPr/>
        </p:nvSpPr>
        <p:spPr>
          <a:xfrm>
            <a:off x="18638800" y="12055357"/>
            <a:ext cx="3681095" cy="37846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r">
              <a:defRPr sz="1800" b="0" spc="90">
                <a:latin typeface="Raleway Thin"/>
                <a:ea typeface="Raleway Thin"/>
                <a:cs typeface="Raleway Thin"/>
                <a:sym typeface="Raleway Thin"/>
              </a:defRPr>
            </a:lvl1pPr>
          </a:lstStyle>
          <a:p>
            <a:r>
              <a:t>Created and Designed by Tang.</a:t>
            </a:r>
          </a:p>
        </p:txBody>
      </p:sp>
      <p:sp>
        <p:nvSpPr>
          <p:cNvPr id="290" name="KEYWORD"/>
          <p:cNvSpPr txBox="1"/>
          <p:nvPr/>
        </p:nvSpPr>
        <p:spPr>
          <a:xfrm>
            <a:off x="17460614" y="2865437"/>
            <a:ext cx="1912304" cy="4826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>
              <a:defRPr sz="2500" b="0" spc="125">
                <a:latin typeface="butter sans Regular"/>
                <a:ea typeface="butter sans Regular"/>
                <a:cs typeface="butter sans Regular"/>
                <a:sym typeface="butter sans Regular"/>
              </a:defRPr>
            </a:lvl1pPr>
          </a:lstStyle>
          <a:p>
            <a:r>
              <a:t>KEYWORD</a:t>
            </a:r>
          </a:p>
        </p:txBody>
      </p:sp>
      <p:sp>
        <p:nvSpPr>
          <p:cNvPr id="291" name="KEYWORD"/>
          <p:cNvSpPr txBox="1"/>
          <p:nvPr/>
        </p:nvSpPr>
        <p:spPr>
          <a:xfrm>
            <a:off x="17435214" y="6103937"/>
            <a:ext cx="1912304" cy="4826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>
              <a:defRPr sz="2500" b="0" spc="125">
                <a:latin typeface="butter sans Regular"/>
                <a:ea typeface="butter sans Regular"/>
                <a:cs typeface="butter sans Regular"/>
                <a:sym typeface="butter sans Regular"/>
              </a:defRPr>
            </a:lvl1pPr>
          </a:lstStyle>
          <a:p>
            <a:r>
              <a:t>KEYWORD</a:t>
            </a:r>
          </a:p>
        </p:txBody>
      </p:sp>
      <p:sp>
        <p:nvSpPr>
          <p:cNvPr id="292" name="KEYWORD"/>
          <p:cNvSpPr txBox="1"/>
          <p:nvPr/>
        </p:nvSpPr>
        <p:spPr>
          <a:xfrm>
            <a:off x="17435214" y="9906893"/>
            <a:ext cx="1912304" cy="4826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>
              <a:defRPr sz="2500" b="0" spc="125">
                <a:latin typeface="butter sans Regular"/>
                <a:ea typeface="butter sans Regular"/>
                <a:cs typeface="butter sans Regular"/>
                <a:sym typeface="butter sans Regular"/>
              </a:defRPr>
            </a:lvl1pPr>
          </a:lstStyle>
          <a:p>
            <a:r>
              <a:t>KEYWORD</a:t>
            </a:r>
          </a:p>
        </p:txBody>
      </p:sp>
      <p:sp>
        <p:nvSpPr>
          <p:cNvPr id="293" name="Portfolio of Plura | 02. Illustration"/>
          <p:cNvSpPr txBox="1"/>
          <p:nvPr/>
        </p:nvSpPr>
        <p:spPr>
          <a:xfrm>
            <a:off x="18601475" y="1512570"/>
            <a:ext cx="3756025" cy="37846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r">
              <a:defRPr sz="1800" b="0" spc="90">
                <a:latin typeface="Raleway Thin"/>
                <a:ea typeface="Raleway Thin"/>
                <a:cs typeface="Raleway Thin"/>
                <a:sym typeface="Raleway Thin"/>
              </a:defRPr>
            </a:lvl1pPr>
          </a:lstStyle>
          <a:p>
            <a:r>
              <a:t>Portfolio of Tang | 02. Illustration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2000"/>
                                        <p:tgtEl>
                                          <p:spTgt spid="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commondata" val="eyJoZGlkIjoiYjNkNDYxMmIwNmM5NTY2OTdkODYxNGM2OGY2YmI2OGYifQ=="/>
</p:tagLst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1620</Words>
  <Application>WPS 演示</Application>
  <PresentationFormat>自定义</PresentationFormat>
  <Paragraphs>28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9" baseType="lpstr">
      <vt:lpstr>Arial</vt:lpstr>
      <vt:lpstr>宋体</vt:lpstr>
      <vt:lpstr>Wingdings</vt:lpstr>
      <vt:lpstr>Helvetica Neue</vt:lpstr>
      <vt:lpstr>Helvetica Neue Medium</vt:lpstr>
      <vt:lpstr>Helvetica Neue Light</vt:lpstr>
      <vt:lpstr>butter sans Regular</vt:lpstr>
      <vt:lpstr>Segoe Print</vt:lpstr>
      <vt:lpstr>思源黑体 CN ExtraLight</vt:lpstr>
      <vt:lpstr>黑体</vt:lpstr>
      <vt:lpstr>思源黑体 CN Light</vt:lpstr>
      <vt:lpstr>Raleway Thin</vt:lpstr>
      <vt:lpstr>PangMenZhengDao-XiXian</vt:lpstr>
      <vt:lpstr>Source Han Sans CN Bold Bold</vt:lpstr>
      <vt:lpstr>思源黑体 CN Medium</vt:lpstr>
      <vt:lpstr>微软雅黑</vt:lpstr>
      <vt:lpstr>Arial Unicode MS</vt:lpstr>
      <vt:lpstr>White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Santiago Bernabeu</cp:lastModifiedBy>
  <cp:revision>13</cp:revision>
  <dcterms:created xsi:type="dcterms:W3CDTF">2024-03-06T10:24:00Z</dcterms:created>
  <dcterms:modified xsi:type="dcterms:W3CDTF">2026-04-03T15:43:23Z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9ED84C3F20D0407E903480F4ACF11718_13</vt:lpwstr>
  </property>
  <property fmtid="{D5CDD505-2E9C-101B-9397-08002B2CF9AE}" pid="3" name="KSOProductBuildVer">
    <vt:lpwstr>2052-12.1.0.25225</vt:lpwstr>
  </property>
</Properties>
</file>